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73152" cy="3931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LEGAL ASSISTANT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144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Mohamy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that understands, retrieves, and explains the law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160520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4160520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461772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1A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461772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1A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617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461772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1A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617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461772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1A4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617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Angular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·  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131A4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1240" y="1051560"/>
            <a:ext cx="1188720" cy="1188720"/>
          </a:xfrm>
          <a:prstGeom prst="ellipse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 agents working in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legal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2697480" y="2103120"/>
            <a:ext cx="320040" cy="320040"/>
          </a:xfrm>
          <a:prstGeom prst="rightTriangle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828800"/>
            <a:ext cx="310896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651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 and extracts legal concepts. Routes to the right handler.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310896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6092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651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full dataset on startup. Indexes laws, categories, and subjects.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931920"/>
            <a:ext cx="310896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4114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47548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database with Gemini. Scores and ranks results by relevance.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931920"/>
            <a:ext cx="310896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60920" y="4114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Agent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47548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retrieved laws and explains complex text in plain language.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6960" y="18288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131A45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⛁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96696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6696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law_database.db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66960" y="329184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9966960" y="3337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966960" y="3794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6696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+ answers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66960" y="475488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4800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66960" y="5120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articles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related topics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080760"/>
            <a:ext cx="11155680" cy="54864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080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algn="ctr" indent="0" marL="0">
              <a:buNone/>
            </a:pPr>
            <a:r>
              <a:rPr lang="en-US" sz="12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FRONTEND  </a:t>
            </a:r>
            <a:pPr algn="ctr" indent="0" marL="0">
              <a:buNone/>
            </a:pPr>
            <a:r>
              <a:rPr lang="en-US" sz="12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DATA  </a:t>
            </a:r>
            <a:pPr algn="ctr" indent="0" marL="0">
              <a:buNone/>
            </a:pPr>
            <a:r>
              <a:rPr lang="en-US" sz="12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AI  </a:t>
            </a:r>
            <a:pPr algn="ctr" indent="0" marL="0">
              <a:buNone/>
            </a:pPr>
            <a:r>
              <a:rPr lang="en-US" sz="12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63040"/>
            <a:ext cx="73152" cy="3931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code to open the assistant and ask your own legal question.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1422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with your phone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75488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7365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Arabic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53492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5330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summary, articles, and related topics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73736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315200" y="18288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CADC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000" dirty="0"/>
          </a:p>
        </p:txBody>
      </p:sp>
      <p:sp>
        <p:nvSpPr>
          <p:cNvPr id="19" name="Text 17"/>
          <p:cNvSpPr/>
          <p:nvPr/>
        </p:nvSpPr>
        <p:spPr>
          <a:xfrm>
            <a:off x="73152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 here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5897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launch the live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13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874520"/>
            <a:ext cx="18288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194560"/>
            <a:ext cx="121916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592928" y="4937760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6013552" y="493776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6434176" y="493776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Mohamy  ·  Agentic Legal Assistant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2026-05-15T18:24:10Z</dcterms:created>
  <dcterms:modified xsi:type="dcterms:W3CDTF">2026-05-15T18:24:10Z</dcterms:modified>
</cp:coreProperties>
</file>